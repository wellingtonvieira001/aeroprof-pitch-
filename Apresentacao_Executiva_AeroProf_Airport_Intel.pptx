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8d5d72c754fa7" /><Relationship Type="http://schemas.openxmlformats.org/officeDocument/2006/relationships/extended-properties" Target="/docProps/app.xml" Id="Ra347ee0be7bf4e6d" /><Relationship Type="http://schemas.openxmlformats.org/officeDocument/2006/relationships/officeDocument" Target="/ppt/presentation.xml" Id="R44667458318147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0da95fa064ccc"/>
  </p:sldMasterIdLst>
  <p:notesMasterIdLst>
    <p:notesMasterId xmlns:r="http://schemas.openxmlformats.org/officeDocument/2006/relationships" r:id="Rde9f72dbe5324d79"/>
  </p:notesMasterIdLst>
  <p:sldIdLst>
    <p:sldId xmlns:r="http://schemas.openxmlformats.org/officeDocument/2006/relationships" id="256" r:id="R47f0e12b7681490f"/>
    <p:sldId xmlns:r="http://schemas.openxmlformats.org/officeDocument/2006/relationships" id="257" r:id="R2a485d2690604523"/>
    <p:sldId xmlns:r="http://schemas.openxmlformats.org/officeDocument/2006/relationships" id="258" r:id="R82fc7dec60394b31"/>
    <p:sldId xmlns:r="http://schemas.openxmlformats.org/officeDocument/2006/relationships" id="259" r:id="R51080bfb89c24cd1"/>
    <p:sldId xmlns:r="http://schemas.openxmlformats.org/officeDocument/2006/relationships" id="260" r:id="R5ea123e1d0ad4375"/>
    <p:sldId xmlns:r="http://schemas.openxmlformats.org/officeDocument/2006/relationships" id="261" r:id="R5231fb1df91f4ace"/>
    <p:sldId xmlns:r="http://schemas.openxmlformats.org/officeDocument/2006/relationships" id="262" r:id="Rb14cc41e03fa4fb3"/>
    <p:sldId xmlns:r="http://schemas.openxmlformats.org/officeDocument/2006/relationships" id="263" r:id="Rd10d5031a9284567"/>
    <p:sldId xmlns:r="http://schemas.openxmlformats.org/officeDocument/2006/relationships" id="264" r:id="R78293151cd3644d3"/>
    <p:sldId xmlns:r="http://schemas.openxmlformats.org/officeDocument/2006/relationships" id="265" r:id="R5241b8cef676495f"/>
  </p:sldIdLst>
  <p:sldSz cx="16256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57b88c97e24e1c" /><Relationship Type="http://schemas.openxmlformats.org/officeDocument/2006/relationships/slideMaster" Target="/ppt/slideMasters/slideMaster1.xml" Id="Rbe70da95fa064ccc" /><Relationship Type="http://schemas.openxmlformats.org/officeDocument/2006/relationships/notesMaster" Target="/ppt/notesMasters/notesMaster1.xml" Id="Rde9f72dbe5324d79" /><Relationship Type="http://schemas.openxmlformats.org/officeDocument/2006/relationships/presProps" Target="/ppt/presProps.xml" Id="Rb1af9ae89c884ba7" /><Relationship Type="http://schemas.openxmlformats.org/officeDocument/2006/relationships/viewProps" Target="/ppt/viewProps.xml" Id="R8b8bf3c5230c4e34" /><Relationship Type="http://schemas.openxmlformats.org/officeDocument/2006/relationships/tableStyles" Target="/ppt/tableStyles.xml" Id="Rad611d502da84a9c" /><Relationship Type="http://schemas.openxmlformats.org/officeDocument/2006/relationships/slide" Target="/ppt/slides/slide1.xml" Id="R47f0e12b7681490f" /><Relationship Type="http://schemas.openxmlformats.org/officeDocument/2006/relationships/slide" Target="/ppt/slides/slide2.xml" Id="R2a485d2690604523" /><Relationship Type="http://schemas.openxmlformats.org/officeDocument/2006/relationships/slide" Target="/ppt/slides/slide3.xml" Id="R82fc7dec60394b31" /><Relationship Type="http://schemas.openxmlformats.org/officeDocument/2006/relationships/slide" Target="/ppt/slides/slide4.xml" Id="R51080bfb89c24cd1" /><Relationship Type="http://schemas.openxmlformats.org/officeDocument/2006/relationships/slide" Target="/ppt/slides/slide5.xml" Id="R5ea123e1d0ad4375" /><Relationship Type="http://schemas.openxmlformats.org/officeDocument/2006/relationships/slide" Target="/ppt/slides/slide6.xml" Id="R5231fb1df91f4ace" /><Relationship Type="http://schemas.openxmlformats.org/officeDocument/2006/relationships/slide" Target="/ppt/slides/slide7.xml" Id="Rb14cc41e03fa4fb3" /><Relationship Type="http://schemas.openxmlformats.org/officeDocument/2006/relationships/slide" Target="/ppt/slides/slide8.xml" Id="Rd10d5031a9284567" /><Relationship Type="http://schemas.openxmlformats.org/officeDocument/2006/relationships/slide" Target="/ppt/slides/slide9.xml" Id="R78293151cd3644d3" /><Relationship Type="http://schemas.openxmlformats.org/officeDocument/2006/relationships/slide" Target="/ppt/slides/slide10.xml" Id="R5241b8cef676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45f6e98dbd46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f948b10a84655" /><Relationship Type="http://schemas.openxmlformats.org/officeDocument/2006/relationships/notesMaster" Target="/ppt/notesMasters/notesMaster1.xml" Id="Rff7d4fe852d248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8a6ab4bb854a96" /><Relationship Type="http://schemas.openxmlformats.org/officeDocument/2006/relationships/notesMaster" Target="/ppt/notesMasters/notesMaster1.xml" Id="R34331204783540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381c6a51934af0" /><Relationship Type="http://schemas.openxmlformats.org/officeDocument/2006/relationships/notesMaster" Target="/ppt/notesMasters/notesMaster1.xml" Id="Rd3f568eaa0ae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58d7bd72554375" /><Relationship Type="http://schemas.openxmlformats.org/officeDocument/2006/relationships/notesMaster" Target="/ppt/notesMasters/notesMaster1.xml" Id="Rc5f01c85d6d442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7cff95cb74194" /><Relationship Type="http://schemas.openxmlformats.org/officeDocument/2006/relationships/notesMaster" Target="/ppt/notesMasters/notesMaster1.xml" Id="R50363688871444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25bae4d8c14543" /><Relationship Type="http://schemas.openxmlformats.org/officeDocument/2006/relationships/notesMaster" Target="/ppt/notesMasters/notesMaster1.xml" Id="R7e633468a91342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3eb9e483254c46" /><Relationship Type="http://schemas.openxmlformats.org/officeDocument/2006/relationships/notesMaster" Target="/ppt/notesMasters/notesMaster1.xml" Id="R4de4e103b44948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a625a16471450f" /><Relationship Type="http://schemas.openxmlformats.org/officeDocument/2006/relationships/notesMaster" Target="/ppt/notesMasters/notesMaster1.xml" Id="R362b7715521a4b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1b7d38baf546d2" /><Relationship Type="http://schemas.openxmlformats.org/officeDocument/2006/relationships/notesMaster" Target="/ppt/notesMasters/notesMaster1.xml" Id="R8d17a06ce9b64d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1f8cf0d6694ddc" /><Relationship Type="http://schemas.openxmlformats.org/officeDocument/2006/relationships/notesMaster" Target="/ppt/notesMasters/notesMaster1.xml" Id="R540dabc2288f48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87a9ab5f34e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9ab9f437f4f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8cd32504b41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7052ab3974f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3dcaf074f4a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1b3b3ed6248a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0c21c4539449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9b5ae4b7348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d0d2fdbd3849f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9432d3ad345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a321836f94a4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8FCEC5-8914-49F4-BA11-C8CDA644A43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D124AC6-D433-49DC-A4ED-CDA8B110C8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138294-A396-4375-A44F-59A6F1456A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68ADFF-2896-4CD7-B60D-2A6FA5C1BD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1AF8B0-F74A-4404-9566-EF7FFCED40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E7FAB6-1201-4799-B611-48C80EED8E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3673D4-AB61-42C5-8032-7EAE070B33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2F20B12-15B0-4748-9AA5-F0228A369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4AE6F3-6E9A-4F0A-8118-67D180BC31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2E26FC-6285-4837-A11B-D30FF77D42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01B0B5-CC44-4CB4-842A-C9CF88E69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3E74F7-82B3-43D1-B735-248A0668B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B808B6-19C4-44FB-B41A-B9AF118DC6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0A3BDE-E28B-40DC-931A-799B24BA92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AAE4FC-D606-4869-90E9-92DC2E47A6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52CAC6-342B-468D-8394-A9EDA36BE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7E7C1B-A5E3-48EB-8294-5E2042D8AF0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148822-1F82-4065-806D-F31384575A6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8DE19D-702B-4460-AEA5-170D07B0C2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2F49F8-66D8-461E-A430-6962C1C270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3305B9-AC17-45B9-8CC5-DF0FDC7716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EABC9B-1178-482F-BDA7-4655EFE9E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804020-58A5-4AD3-92B9-C5E8B5475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4177CA7-B2F9-4FD7-85CC-FFE58F14590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47FB578-AA5C-4EB0-8D9D-7A95C2831C6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BFE9A73-F3A6-494F-AF96-B56C0A7EBA8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1B830F6-0A02-4175-A4FB-616660D2B2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F0BE274-7F2D-437F-9241-F149B98A9C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C4C466F-58B1-4764-9B6E-62D4F22890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4DCE94-61C3-4523-A625-D5782F732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E7C2CB6-6693-40CB-9BF1-F5B35F4E4D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6B4B3F5-C58E-465F-8DD4-EFDEA5CA01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0225082-8BF0-44AC-AC36-1894CE927B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E8769F0-581E-4BFB-B923-DE06C7F7FA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86DC81B-EF9D-4257-AEAA-25EBE45947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ABBB63C-579D-4E14-B923-C1855CD4E1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33AEEA-1AA1-450E-BC12-CD35A1F08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B61442-F70D-407D-A566-3967D01A0E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8F1BD2F-091C-4DE8-AC2B-7742C1BAB3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33E683-E0B3-4743-A5BA-B1B3FFC974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D2FA2A8-CBE6-4EE5-9C6B-588A1FCEDE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EDEAD94-4BE5-4C50-8580-00B7B95E3E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0374F0-0DD8-4315-B970-D143CE1873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4E8B3B8-CD11-4AA3-B26C-7677E1295A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D4FCA4B-6898-4FDC-90D4-B697891450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65178B1-C900-491E-B512-13FA6D35D6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E95F591-5D72-4F32-8BD0-4D99B20DF6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6AFF67-5D08-483A-A618-1CD0D3EA4D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97BE73-2253-4A29-896E-40EC7FA8A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8FEF01-5574-4487-AA44-9AEE28D5C6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C7A7E8-986C-4525-ABE3-E781CD5B7C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679EF2-D239-4671-A574-25A7BC156F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257B8A-D327-4D7D-85E0-F585BDD9AA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DA7848A-DB5E-45B7-B7A1-E533DC5FDD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FDB815-8E2E-4BC4-97B6-2EB37DA721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FAD9E7-FB7F-40F1-883B-33E7EEE9C8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5968B3-EA62-4D17-87C8-94006166E2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165C35-AA79-4C67-ABE7-358B2E72A9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da04a5ea964d4e" /><Relationship Type="http://schemas.openxmlformats.org/officeDocument/2006/relationships/slideLayout" Target="/ppt/slideLayouts/slideLayout1.xml" Id="Rb345582a31a04bc4" /><Relationship Type="http://schemas.openxmlformats.org/officeDocument/2006/relationships/slideLayout" Target="/ppt/slideLayouts/slideLayout2.xml" Id="R2e2fc139595c4db4" /><Relationship Type="http://schemas.openxmlformats.org/officeDocument/2006/relationships/slideLayout" Target="/ppt/slideLayouts/slideLayout3.xml" Id="Rd060477cf8854b72" /><Relationship Type="http://schemas.openxmlformats.org/officeDocument/2006/relationships/slideLayout" Target="/ppt/slideLayouts/slideLayout4.xml" Id="Rd5b640bbd7b04970" /><Relationship Type="http://schemas.openxmlformats.org/officeDocument/2006/relationships/slideLayout" Target="/ppt/slideLayouts/slideLayout5.xml" Id="Rf032c057a704440f" /><Relationship Type="http://schemas.openxmlformats.org/officeDocument/2006/relationships/slideLayout" Target="/ppt/slideLayouts/slideLayout6.xml" Id="Rfec7a67464774229" /><Relationship Type="http://schemas.openxmlformats.org/officeDocument/2006/relationships/slideLayout" Target="/ppt/slideLayouts/slideLayout7.xml" Id="R03b2b5151b164e26" /><Relationship Type="http://schemas.openxmlformats.org/officeDocument/2006/relationships/slideLayout" Target="/ppt/slideLayouts/slideLayout8.xml" Id="R830daa0504b74244" /><Relationship Type="http://schemas.openxmlformats.org/officeDocument/2006/relationships/slideLayout" Target="/ppt/slideLayouts/slideLayout9.xml" Id="R721c9a911163456e" /><Relationship Type="http://schemas.openxmlformats.org/officeDocument/2006/relationships/slideLayout" Target="/ppt/slideLayouts/slideLayout10.xml" Id="R9cfe2339f69f4b1f" /><Relationship Type="http://schemas.openxmlformats.org/officeDocument/2006/relationships/slideLayout" Target="/ppt/slideLayouts/slideLayout11.xml" Id="Re967ac491d1f476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513F4E-4BD0-4E59-918E-97DC89BBA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E233CF4-62B8-4C6B-B3BA-9D7B5A382E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99366B-6747-4140-886B-86665FC256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EC48E1-2045-491D-9640-67DEE161AD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E008E87-7922-4F90-B1CF-BAC4DFFE57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5582a31a04bc4"/>
    <p:sldLayoutId xmlns:r="http://schemas.openxmlformats.org/officeDocument/2006/relationships" id="2147483650" r:id="R2e2fc139595c4db4"/>
    <p:sldLayoutId xmlns:r="http://schemas.openxmlformats.org/officeDocument/2006/relationships" id="2147483651" r:id="Rd060477cf8854b72"/>
    <p:sldLayoutId xmlns:r="http://schemas.openxmlformats.org/officeDocument/2006/relationships" id="2147483652" r:id="Rd5b640bbd7b04970"/>
    <p:sldLayoutId xmlns:r="http://schemas.openxmlformats.org/officeDocument/2006/relationships" id="2147483653" r:id="Rf032c057a704440f"/>
    <p:sldLayoutId xmlns:r="http://schemas.openxmlformats.org/officeDocument/2006/relationships" id="2147483654" r:id="Rfec7a67464774229"/>
    <p:sldLayoutId xmlns:r="http://schemas.openxmlformats.org/officeDocument/2006/relationships" id="2147483655" r:id="R03b2b5151b164e26"/>
    <p:sldLayoutId xmlns:r="http://schemas.openxmlformats.org/officeDocument/2006/relationships" id="2147483656" r:id="R830daa0504b74244"/>
    <p:sldLayoutId xmlns:r="http://schemas.openxmlformats.org/officeDocument/2006/relationships" id="2147483657" r:id="R721c9a911163456e"/>
    <p:sldLayoutId xmlns:r="http://schemas.openxmlformats.org/officeDocument/2006/relationships" id="2147483658" r:id="R9cfe2339f69f4b1f"/>
    <p:sldLayoutId xmlns:r="http://schemas.openxmlformats.org/officeDocument/2006/relationships" id="2147483659" r:id="Re967ac491d1f476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a0092ef7d44f36" /><Relationship Type="http://schemas.openxmlformats.org/officeDocument/2006/relationships/image" Target="/ppt/media/image.png" Id="R96c76a165f49436b" /><Relationship Type="http://schemas.openxmlformats.org/officeDocument/2006/relationships/notesSlide" Target="/ppt/notesSlides/notesSlide1.xml" Id="R6603ca93922b4e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2094d42e044221" /><Relationship Type="http://schemas.openxmlformats.org/officeDocument/2006/relationships/image" Target="/ppt/media/image2.png" Id="R3091887cee5c4b40" /><Relationship Type="http://schemas.openxmlformats.org/officeDocument/2006/relationships/notesSlide" Target="/ppt/notesSlides/notesSlide2.xml" Id="Rb0f9fc975e5e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11565abb43b4673" /><Relationship Type="http://schemas.openxmlformats.org/officeDocument/2006/relationships/image" Target="/ppt/media/image3.png" Id="R3ad72220b26c4338" /><Relationship Type="http://schemas.openxmlformats.org/officeDocument/2006/relationships/notesSlide" Target="/ppt/notesSlides/notesSlide3.xml" Id="Rcff69b3635b34f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192f42f8d5450e" /><Relationship Type="http://schemas.openxmlformats.org/officeDocument/2006/relationships/image" Target="/ppt/media/image4.png" Id="R08ca2e339ea94e6c" /><Relationship Type="http://schemas.openxmlformats.org/officeDocument/2006/relationships/notesSlide" Target="/ppt/notesSlides/notesSlide4.xml" Id="Rfb53e29fbdc348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c3f8bec3bd4ee5" /><Relationship Type="http://schemas.openxmlformats.org/officeDocument/2006/relationships/image" Target="/ppt/media/image5.png" Id="R324ca5ed40414dfe" /><Relationship Type="http://schemas.openxmlformats.org/officeDocument/2006/relationships/notesSlide" Target="/ppt/notesSlides/notesSlide5.xml" Id="Rc9a6225630b84d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025d5bba8f4bd1" /><Relationship Type="http://schemas.openxmlformats.org/officeDocument/2006/relationships/image" Target="/ppt/media/image6.png" Id="Raa274012f9814337" /><Relationship Type="http://schemas.openxmlformats.org/officeDocument/2006/relationships/notesSlide" Target="/ppt/notesSlides/notesSlide6.xml" Id="R57559852f81142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a14e239871487a" /><Relationship Type="http://schemas.openxmlformats.org/officeDocument/2006/relationships/image" Target="/ppt/media/image7.png" Id="Rec2e51ffe0ac44ad" /><Relationship Type="http://schemas.openxmlformats.org/officeDocument/2006/relationships/notesSlide" Target="/ppt/notesSlides/notesSlide7.xml" Id="Ra86ef816f29f41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3ab520fee548a0" /><Relationship Type="http://schemas.openxmlformats.org/officeDocument/2006/relationships/image" Target="/ppt/media/image8.png" Id="Ra7d504a54e604179" /><Relationship Type="http://schemas.openxmlformats.org/officeDocument/2006/relationships/notesSlide" Target="/ppt/notesSlides/notesSlide8.xml" Id="R8b122c58e4364e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8ef33e116949fb" /><Relationship Type="http://schemas.openxmlformats.org/officeDocument/2006/relationships/image" Target="/ppt/media/image9.png" Id="R834a7df5f58a4572" /><Relationship Type="http://schemas.openxmlformats.org/officeDocument/2006/relationships/notesSlide" Target="/ppt/notesSlides/notesSlide9.xml" Id="R18eb9bac6c6542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80b173bb564eac" /><Relationship Type="http://schemas.openxmlformats.org/officeDocument/2006/relationships/image" Target="/ppt/media/image10.png" Id="R54e98424e8bd4133" /><Relationship Type="http://schemas.openxmlformats.org/officeDocument/2006/relationships/notesSlide" Target="/ppt/notesSlides/notesSlide10.xml" Id="Rb9a8510adbd24f7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76a165f49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12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1887cee5c4b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769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72220b26c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947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a2e339ea9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31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ca5ed40414d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108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74012f98143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7431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e51ffe0ac44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190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504a54e604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82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a7df5f58a45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7849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98424e8bd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59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2026-09-03T11:27:06.4590000Z</dcterms:created>
  <dcterms:modified xsi:type="dcterms:W3CDTF">2026-09-03T11:27:06.4590000Z</dcterms:modified>
</coreProperties>
</file>